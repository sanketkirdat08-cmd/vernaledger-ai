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sz="6000" b="1">
                <a:solidFill>
                  <a:srgbClr val="00F2FE"/>
                </a:solidFill>
              </a:defRPr>
            </a:pPr>
            <a:r>
              <a:t>VernaLedger.AI: Merchant Pro v7.5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5313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00FF87"/>
                </a:solidFill>
              </a:defRPr>
            </a:pPr>
            <a:r>
              <a:t>The Ultimate AI-Powered Ledger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Secure Login Portal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Access Management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Authentication Security: PBKDF2 with SHA-256.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Role-Based Access (RBAC): Admin vs. Staff.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Persistent Sessions: Auto-login functionality.</a:t>
            </a:r>
          </a:p>
        </p:txBody>
      </p:sp>
      <p:pic>
        <p:nvPicPr>
          <p:cNvPr id="4" name="Picture 3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OCR &amp; Voice Billing Module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Core Engine Showcase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Multimodal Bill Capture: File Upload, Camera, Voice.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Duplicate Prevention: Automatic warnings.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Audio Confirmation: Edge TTS in Marathi.</a:t>
            </a:r>
          </a:p>
        </p:txBody>
      </p:sp>
      <p:pic>
        <p:nvPicPr>
          <p:cNvPr id="4" name="Picture 3" descr="o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Merchant Analytics Hub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Intelligence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Sales Monitoring: Live KPI cards.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Visualizations: Interactive pies and bar graphs.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Timeframe Filtering: Daily, Weekly, Monthly.</a:t>
            </a:r>
          </a:p>
        </p:txBody>
      </p:sp>
      <p:pic>
        <p:nvPicPr>
          <p:cNvPr id="4" name="Picture 3" descr="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Customer Khata (Udhari)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Credit Management Dashboard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Digital Ledger: Toggle Given &amp; Received.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Due Date Tracking: Automated high-risk alerts.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One-Click Follow Up: WhatsApp links.</a:t>
            </a:r>
          </a:p>
        </p:txBody>
      </p:sp>
      <p:pic>
        <p:nvPicPr>
          <p:cNvPr id="4" name="Picture 3" descr="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Ledger Database Editor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Live Data Management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ACID Storage &amp; Live Editing: Interactive grid.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Record Management: Secure deletions.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Multi-Language Export: CSV or Marathi PDF.</a:t>
            </a:r>
          </a:p>
        </p:txBody>
      </p:sp>
      <p:pic>
        <p:nvPicPr>
          <p:cNvPr id="4" name="Picture 3" descr="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Neural AI Studio (RAG)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Conversational Intelligence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Context-Aware Chatbot: Chat with context.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Voice Input: Ask in Marathi or Hindi.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Quick Action Chips: One-tap prompts.</a:t>
            </a:r>
          </a:p>
        </p:txBody>
      </p:sp>
      <p:pic>
        <p:nvPicPr>
          <p:cNvPr id="4" name="Picture 3" descr="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4552" cy="914400"/>
          </a:xfrm>
          <a:prstGeom prst="rect">
            <a:avLst/>
          </a:prstGeom>
          <a:solidFill>
            <a:srgbClr val="0F172A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ctr">
              <a:defRPr sz="3200" b="1">
                <a:solidFill>
                  <a:srgbClr val="00F2FE"/>
                </a:solidFill>
              </a:defRPr>
            </a:pPr>
            <a:r>
              <a:t>Result: Staff Management &amp;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4572000" cy="4114800"/>
          </a:xfrm>
          <a:prstGeom prst="roundRect">
            <a:avLst/>
          </a:prstGeom>
          <a:solidFill>
            <a:srgbClr val="10192B"/>
          </a:solidFill>
          <a:ln>
            <a:solidFill>
              <a:srgbClr val="00F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System Accountability</a:t>
            </a:r>
          </a:p>
          <a:p/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Role Access Setup: Wizard for Admin or Staff.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System Audit Logs: Tracks 'Who did what'.</a:t>
            </a:r>
          </a:p>
          <a:p>
            <a:pPr>
              <a:spcAft>
                <a:spcPts val="1400"/>
              </a:spcAft>
              <a:defRPr sz="1600">
                <a:solidFill>
                  <a:srgbClr val="C8C8C8"/>
                </a:solidFill>
              </a:defRPr>
            </a:pPr>
            <a:r>
              <a:t>• Zero-Trust Security: Protects core system.</a:t>
            </a:r>
          </a:p>
        </p:txBody>
      </p:sp>
      <p:pic>
        <p:nvPicPr>
          <p:cNvPr id="4" name="Picture 3" descr="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6400800" cy="36004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303520" y="1828800"/>
            <a:ext cx="6400800" cy="3593592"/>
          </a:xfrm>
          <a:prstGeom prst="roundRect">
            <a:avLst/>
          </a:prstGeom>
          <a:noFill/>
          <a:ln w="317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5400" b="1">
                <a:solidFill>
                  <a:srgbClr val="00F2FE"/>
                </a:solidFill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