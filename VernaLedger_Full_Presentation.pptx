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6000" b="1">
                <a:solidFill>
                  <a:srgbClr val="00F2FE"/>
                </a:solidFill>
              </a:defRPr>
            </a:pPr>
            <a:r>
              <a:t>VernaLedger.AI: Merchant Pro v7.5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0"/>
            <a:ext cx="85313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00FF87"/>
                </a:solidFill>
              </a:defRPr>
            </a:pPr>
            <a:r>
              <a:t>The Ultimate AI-Powered Ledger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Secure Login Portal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Access Management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Authentication Security: PBKDF2 with SHA-256 password hashing.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Role-Based Access (RBAC): Admin vs. Staff roles.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Persistent Sessions: Auto-login functionality.</a:t>
            </a:r>
          </a:p>
        </p:txBody>
      </p:sp>
      <p:pic>
        <p:nvPicPr>
          <p:cNvPr id="4" name="Picture 3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OCR &amp; Voice Billing Module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Core Engine Showcase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Multimodal Bill Capture: File Upload, Camera, Voice.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Duplicate Prevention: Automatic system warnings.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Audio Confirmation: Edge TTS synthesizes audio in Marathi.</a:t>
            </a:r>
          </a:p>
        </p:txBody>
      </p:sp>
      <p:pic>
        <p:nvPicPr>
          <p:cNvPr id="4" name="Picture 3" descr="o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Merchant Analytics Hub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Data Intelligence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Sales Monitoring: Live KPI cards for Total Revenue.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Visualizations: Interactive pies and bar graphs.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Timeframe Filtering: Daily, Weekly, and Monthly insights.</a:t>
            </a:r>
          </a:p>
        </p:txBody>
      </p:sp>
      <p:pic>
        <p:nvPicPr>
          <p:cNvPr id="4" name="Picture 3" descr="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Customer Khata (Udhari)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Credit Management Dashboard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Digital Ledger: Toggle Given Credit &amp; Received Payment.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Due Date Tracking: Automated high-risk alerts.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One-Click Follow Up: WhatsApp payment links &amp; calling.</a:t>
            </a:r>
          </a:p>
        </p:txBody>
      </p:sp>
      <p:pic>
        <p:nvPicPr>
          <p:cNvPr id="4" name="Picture 3" descr="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Ledger Database Editor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Live Data Management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ACID Storage &amp; Live Editing: Interactive dataframe.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Record Management: Secure deletions with live commits.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Multi-Language Export: Download CSV or Marathi PDF.</a:t>
            </a:r>
          </a:p>
        </p:txBody>
      </p:sp>
      <p:pic>
        <p:nvPicPr>
          <p:cNvPr id="4" name="Picture 3" descr="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Neural AI Studio (RAG)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Conversational Intelligence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Context-Aware Chatbot: Chat with sales &amp; khata context.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Voice Input: Ask questions in Marathi or Hindi.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Quick Action Chips: One-tap prompts for insights.</a:t>
            </a:r>
          </a:p>
        </p:txBody>
      </p:sp>
      <p:pic>
        <p:nvPicPr>
          <p:cNvPr id="4" name="Picture 3" descr="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Staff Management &amp; Audit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System Accountability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Role Access Setup: Easy wizard for Admin or Staff.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System Audit Logs: Tracks 'Who did what and when'.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Zero-Trust Security: Protects core system against deletions.</a:t>
            </a:r>
          </a:p>
        </p:txBody>
      </p:sp>
      <p:pic>
        <p:nvPicPr>
          <p:cNvPr id="4" name="Picture 3" descr="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5400" b="1">
                <a:solidFill>
                  <a:srgbClr val="00F2FE"/>
                </a:solidFill>
              </a:defRPr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